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/>
    <p:restoredTop sz="94714"/>
  </p:normalViewPr>
  <p:slideViewPr>
    <p:cSldViewPr snapToGrid="0">
      <p:cViewPr varScale="1">
        <p:scale>
          <a:sx n="155" d="100"/>
          <a:sy n="155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3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6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3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0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6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3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23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4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0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1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B3755-7C7B-754F-ACC2-E7D23875118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6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0ACCC0-5C34-0485-781D-7D8DF651F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108" y="-11718"/>
            <a:ext cx="3774540" cy="28159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204547-E194-B2D0-8385-3B9761166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40" y="23130"/>
            <a:ext cx="3814541" cy="28457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CA2643-15B3-1397-7EBC-72F8C7D9EB82}"/>
              </a:ext>
            </a:extLst>
          </p:cNvPr>
          <p:cNvSpPr txBox="1"/>
          <p:nvPr/>
        </p:nvSpPr>
        <p:spPr>
          <a:xfrm>
            <a:off x="2013186" y="80265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610DD-6747-0448-3744-B89456C798D1}"/>
              </a:ext>
            </a:extLst>
          </p:cNvPr>
          <p:cNvSpPr txBox="1"/>
          <p:nvPr/>
        </p:nvSpPr>
        <p:spPr>
          <a:xfrm>
            <a:off x="1635982" y="2368972"/>
            <a:ext cx="1053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at rest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A5C5F6-8A0B-3A97-EF32-B266466094B8}"/>
              </a:ext>
            </a:extLst>
          </p:cNvPr>
          <p:cNvCxnSpPr>
            <a:cxnSpLocks/>
          </p:cNvCxnSpPr>
          <p:nvPr/>
        </p:nvCxnSpPr>
        <p:spPr>
          <a:xfrm flipV="1">
            <a:off x="2379631" y="351838"/>
            <a:ext cx="0" cy="40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5DF3F8-7184-AA38-03DF-7BCEFE4A7E22}"/>
              </a:ext>
            </a:extLst>
          </p:cNvPr>
          <p:cNvSpPr txBox="1"/>
          <p:nvPr/>
        </p:nvSpPr>
        <p:spPr>
          <a:xfrm>
            <a:off x="6065275" y="719066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ACB950-644E-6335-B561-FB1DDEAD25AF}"/>
              </a:ext>
            </a:extLst>
          </p:cNvPr>
          <p:cNvCxnSpPr>
            <a:cxnSpLocks/>
          </p:cNvCxnSpPr>
          <p:nvPr/>
        </p:nvCxnSpPr>
        <p:spPr>
          <a:xfrm flipH="1">
            <a:off x="1162194" y="2522859"/>
            <a:ext cx="50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EFB568-DC57-517D-2F68-3E5840D0BE76}"/>
              </a:ext>
            </a:extLst>
          </p:cNvPr>
          <p:cNvSpPr txBox="1"/>
          <p:nvPr/>
        </p:nvSpPr>
        <p:spPr>
          <a:xfrm>
            <a:off x="5696453" y="2406750"/>
            <a:ext cx="1053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at rest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86FBD7-DBB9-7354-176E-D2A5CC213B50}"/>
              </a:ext>
            </a:extLst>
          </p:cNvPr>
          <p:cNvCxnSpPr>
            <a:cxnSpLocks/>
          </p:cNvCxnSpPr>
          <p:nvPr/>
        </p:nvCxnSpPr>
        <p:spPr>
          <a:xfrm flipH="1" flipV="1">
            <a:off x="5381877" y="2522859"/>
            <a:ext cx="381869" cy="53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EA5739-7632-F510-A381-3AC1ED63EA99}"/>
              </a:ext>
            </a:extLst>
          </p:cNvPr>
          <p:cNvCxnSpPr>
            <a:cxnSpLocks/>
          </p:cNvCxnSpPr>
          <p:nvPr/>
        </p:nvCxnSpPr>
        <p:spPr>
          <a:xfrm flipV="1">
            <a:off x="6402141" y="334512"/>
            <a:ext cx="0" cy="40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75D957-4420-6C9D-7074-FAD66EFA26A3}"/>
              </a:ext>
            </a:extLst>
          </p:cNvPr>
          <p:cNvSpPr txBox="1"/>
          <p:nvPr/>
        </p:nvSpPr>
        <p:spPr>
          <a:xfrm>
            <a:off x="-51487" y="1313182"/>
            <a:ext cx="141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moving above the holster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638EDA-0B9A-3D2C-2F97-B3C65D041C66}"/>
              </a:ext>
            </a:extLst>
          </p:cNvPr>
          <p:cNvSpPr txBox="1"/>
          <p:nvPr/>
        </p:nvSpPr>
        <p:spPr>
          <a:xfrm>
            <a:off x="0" y="738372"/>
            <a:ext cx="1699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moving down to grasp the gun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591E7F-002E-6F70-5A01-8E93E68F4228}"/>
              </a:ext>
            </a:extLst>
          </p:cNvPr>
          <p:cNvCxnSpPr>
            <a:cxnSpLocks/>
          </p:cNvCxnSpPr>
          <p:nvPr/>
        </p:nvCxnSpPr>
        <p:spPr>
          <a:xfrm>
            <a:off x="1297319" y="1022029"/>
            <a:ext cx="204907" cy="868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90C522-0E5F-FE0B-AC88-26615309855E}"/>
              </a:ext>
            </a:extLst>
          </p:cNvPr>
          <p:cNvCxnSpPr>
            <a:cxnSpLocks/>
          </p:cNvCxnSpPr>
          <p:nvPr/>
        </p:nvCxnSpPr>
        <p:spPr>
          <a:xfrm>
            <a:off x="1201745" y="1716162"/>
            <a:ext cx="24163" cy="40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760B05-CD1D-CB17-5503-8AC3128F0CB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689476" y="2522861"/>
            <a:ext cx="997667" cy="52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485ECC-55B1-6654-FB2A-AB311CE60BB2}"/>
              </a:ext>
            </a:extLst>
          </p:cNvPr>
          <p:cNvCxnSpPr>
            <a:cxnSpLocks/>
          </p:cNvCxnSpPr>
          <p:nvPr/>
        </p:nvCxnSpPr>
        <p:spPr>
          <a:xfrm flipV="1">
            <a:off x="6711956" y="2560639"/>
            <a:ext cx="281903" cy="10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1113DF0-4EBE-E298-7865-2291CC80940E}"/>
              </a:ext>
            </a:extLst>
          </p:cNvPr>
          <p:cNvSpPr txBox="1"/>
          <p:nvPr/>
        </p:nvSpPr>
        <p:spPr>
          <a:xfrm>
            <a:off x="3758792" y="132193"/>
            <a:ext cx="1226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Shoulder level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1240C25-A016-F526-7A79-91F3E6259097}"/>
              </a:ext>
            </a:extLst>
          </p:cNvPr>
          <p:cNvCxnSpPr>
            <a:cxnSpLocks/>
          </p:cNvCxnSpPr>
          <p:nvPr/>
        </p:nvCxnSpPr>
        <p:spPr>
          <a:xfrm flipV="1">
            <a:off x="4979987" y="280906"/>
            <a:ext cx="338773" cy="19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C206EF1-D936-9FDF-34FA-2A199E1FE31A}"/>
              </a:ext>
            </a:extLst>
          </p:cNvPr>
          <p:cNvCxnSpPr>
            <a:cxnSpLocks/>
          </p:cNvCxnSpPr>
          <p:nvPr/>
        </p:nvCxnSpPr>
        <p:spPr>
          <a:xfrm flipH="1" flipV="1">
            <a:off x="3059581" y="263072"/>
            <a:ext cx="699214" cy="23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48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</TotalTime>
  <Words>22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4</cp:revision>
  <dcterms:created xsi:type="dcterms:W3CDTF">2025-05-29T06:49:53Z</dcterms:created>
  <dcterms:modified xsi:type="dcterms:W3CDTF">2025-12-10T01:47:03Z</dcterms:modified>
</cp:coreProperties>
</file>