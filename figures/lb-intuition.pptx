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/>
    <p:restoredTop sz="94714"/>
  </p:normalViewPr>
  <p:slideViewPr>
    <p:cSldViewPr snapToGrid="0">
      <p:cViewPr>
        <p:scale>
          <a:sx n="133" d="100"/>
          <a:sy n="133" d="100"/>
        </p:scale>
        <p:origin x="408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2A701-E194-8BDD-9D1D-3BBC53D53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14D3C-63BE-A94E-605F-B9C3FB14C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CE5A6-3CC1-184B-6427-5F813FCE0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FE25B-8BFC-1825-2D0A-CC51D5B91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977C1-5D18-B2E2-7DD4-309452E54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40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5383F-1BD2-C3AF-276B-49526F67C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0BA85-DAC1-39A1-EA09-2F893630F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392CD-21B3-1FA4-1151-A76F32771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F37E2-F8EE-CD5F-3FFF-E16E1A855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EAFCD-0288-68CC-37BD-234272CEE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88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C006-5409-215D-8477-3B8AF65D3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E1B8F-F968-108B-0F11-DF849A5BC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11C22-73D7-FA9E-F362-857853177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508C2-59BB-10CF-8CF4-7EFC0CD0C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93A90-C466-CE55-8F97-33484C73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22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2F837-535D-8E81-DEF0-DA7DFB609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7D707-BDC0-8E92-38E7-DDD2C7CB7C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8CC44-7FCF-D6FB-F992-3BFBFBCF0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254D7-0EB6-E557-BDAD-902AFCC0E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04CEA-DD03-DCD2-33F0-2041B3A08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D3F56-0C31-AAAF-C027-FB442C21B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46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9DB15-28BE-A801-DC21-20C9569A0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ED154-274B-94FF-B1C8-B0815A0BB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91EE15-1CDB-00BC-C997-48AFE1A52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A7FB23-DF7A-2417-3873-E08E59BE8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BF6695-1AF6-A4AA-8202-2E9A2FCFF0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36BF66-035E-81D2-A044-7E1E9E0F5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B60393-AD63-1E31-EC5A-EDCB7EA04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BFBD4A-C613-2B40-8556-1823D6C4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18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ABFF8-36F5-071C-BE44-6D3D9A457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33C3A-ADD7-4F74-3836-9E0F9E7E3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67B7A-F916-2F3C-22BD-CD912A68D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4A0281-3D16-BF25-37B5-3CE0B70AA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978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E7F830-BD8C-2BE7-4223-9DA01213C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84EC80-FA30-A628-EBAA-C152F1F51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5A821-B32B-EC32-8B55-5AE8D62F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457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FB2AE-6798-1853-BBF5-578958EE8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C2AA3-3CAC-90A2-304E-8A4DD88E9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6DE98-C11F-199D-EC9E-537991099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EBE5B-E4B9-D4C5-4046-513D34B4E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A86A9-800F-A73F-076B-AF1F09578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BF371-4062-4240-3747-656287904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3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287DC-019C-9FD7-47C1-3FCC0BED2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BF7492-47A9-D957-8A51-424107AF4B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C0C9B3-6E49-DF1A-BE62-F2D0FCB1B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EDFDD-C852-B43D-298F-B07EF8A61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E1607-F559-6A6E-F152-9DC8A44C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5FF3A-2F36-C5C1-88C2-D3EE4F2E4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83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66169-F01F-C9F7-7132-C43E9FAB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48F39-8E1A-0022-BE26-8A820F2DA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8EC12-8672-035C-53A2-868DE9E30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5DC1B-A71E-4BF6-66B5-FAC0FFE47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5358D-776C-0F5C-8E9C-1F7491F3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669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2D22B6-B486-D112-80DB-E77F4ABB69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AD6C6-2A00-5F3B-FB37-443827974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3687C-F6F7-9E63-BD6B-170AE9957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6C8F1-7A7E-ED4D-B118-346949A716F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0C810-5B6B-69C3-6298-1BC121184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B600B-8BF0-48A0-60F3-D37CFADF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11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9F57A-563B-FF87-1E4D-CC8A65736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DB827-04DC-05E7-BD8B-505CF1B6B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60865-F072-DB7E-3E23-69EE576CF8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6C8F1-7A7E-ED4D-B118-346949A716F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5ACA3-10FC-66D4-0A6B-7257594753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83CF2-3576-A9EB-A6B6-A3D9E0884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AD2B7-CAC7-8C43-91F7-5AC9D798E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92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291B8A0-B7B5-3626-CDBA-7FF379D20140}"/>
              </a:ext>
            </a:extLst>
          </p:cNvPr>
          <p:cNvCxnSpPr>
            <a:cxnSpLocks/>
          </p:cNvCxnSpPr>
          <p:nvPr/>
        </p:nvCxnSpPr>
        <p:spPr>
          <a:xfrm flipV="1">
            <a:off x="6894754" y="2317932"/>
            <a:ext cx="334744" cy="1240933"/>
          </a:xfrm>
          <a:prstGeom prst="straightConnector1">
            <a:avLst/>
          </a:prstGeom>
          <a:ln cmpd="sng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ight Brace 67">
            <a:extLst>
              <a:ext uri="{FF2B5EF4-FFF2-40B4-BE49-F238E27FC236}">
                <a16:creationId xmlns:a16="http://schemas.microsoft.com/office/drawing/2014/main" id="{91C55078-6061-8C86-9A70-4953CBC9B565}"/>
              </a:ext>
            </a:extLst>
          </p:cNvPr>
          <p:cNvSpPr/>
          <p:nvPr/>
        </p:nvSpPr>
        <p:spPr>
          <a:xfrm rot="5400000">
            <a:off x="6217178" y="3410393"/>
            <a:ext cx="157390" cy="1182318"/>
          </a:xfrm>
          <a:prstGeom prst="rightBrac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8569CB-608F-693C-B0AE-17391A69C441}"/>
              </a:ext>
            </a:extLst>
          </p:cNvPr>
          <p:cNvCxnSpPr/>
          <p:nvPr/>
        </p:nvCxnSpPr>
        <p:spPr>
          <a:xfrm>
            <a:off x="3145324" y="2320993"/>
            <a:ext cx="5695638" cy="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A5770B-9C26-E848-C422-A0756C4E1DDF}"/>
                  </a:ext>
                </a:extLst>
              </p:cNvPr>
              <p:cNvSpPr txBox="1"/>
              <p:nvPr/>
            </p:nvSpPr>
            <p:spPr>
              <a:xfrm>
                <a:off x="2730484" y="2151716"/>
                <a:ext cx="40712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0A5770B-9C26-E848-C422-A0756C4E1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484" y="2151716"/>
                <a:ext cx="407120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46F59-FCD7-0B2B-F53A-D295B5CC3D33}"/>
              </a:ext>
            </a:extLst>
          </p:cNvPr>
          <p:cNvCxnSpPr/>
          <p:nvPr/>
        </p:nvCxnSpPr>
        <p:spPr>
          <a:xfrm>
            <a:off x="3153044" y="3552745"/>
            <a:ext cx="569563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0AAAF6-82A8-BB63-1C68-E5D2044FA3F3}"/>
                  </a:ext>
                </a:extLst>
              </p:cNvPr>
              <p:cNvSpPr txBox="1"/>
              <p:nvPr/>
            </p:nvSpPr>
            <p:spPr>
              <a:xfrm>
                <a:off x="2738204" y="3383468"/>
                <a:ext cx="40712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𝑄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0AAAF6-82A8-BB63-1C68-E5D2044FA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204" y="3383468"/>
                <a:ext cx="407120" cy="338554"/>
              </a:xfrm>
              <a:prstGeom prst="rect">
                <a:avLst/>
              </a:prstGeom>
              <a:blipFill>
                <a:blip r:embed="rId3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18304-09A5-A046-D381-E872B55AFE84}"/>
              </a:ext>
            </a:extLst>
          </p:cNvPr>
          <p:cNvCxnSpPr>
            <a:cxnSpLocks/>
          </p:cNvCxnSpPr>
          <p:nvPr/>
        </p:nvCxnSpPr>
        <p:spPr>
          <a:xfrm>
            <a:off x="7220860" y="2236354"/>
            <a:ext cx="0" cy="1692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DA2087D-8EAF-5A62-AC93-AF67AFE685F7}"/>
                  </a:ext>
                </a:extLst>
              </p:cNvPr>
              <p:cNvSpPr txBox="1"/>
              <p:nvPr/>
            </p:nvSpPr>
            <p:spPr>
              <a:xfrm>
                <a:off x="7037339" y="2008941"/>
                <a:ext cx="23830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DA2087D-8EAF-5A62-AC93-AF67AFE68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7339" y="2008941"/>
                <a:ext cx="238309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20DC1F-B052-9CD4-434B-3E1BFAF7BB8B}"/>
              </a:ext>
            </a:extLst>
          </p:cNvPr>
          <p:cNvCxnSpPr>
            <a:cxnSpLocks/>
          </p:cNvCxnSpPr>
          <p:nvPr/>
        </p:nvCxnSpPr>
        <p:spPr>
          <a:xfrm>
            <a:off x="6887033" y="3460646"/>
            <a:ext cx="0" cy="1692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29834D8-28E2-6349-D3A9-01E28309AE39}"/>
                  </a:ext>
                </a:extLst>
              </p:cNvPr>
              <p:cNvSpPr txBox="1"/>
              <p:nvPr/>
            </p:nvSpPr>
            <p:spPr>
              <a:xfrm>
                <a:off x="6747806" y="3571583"/>
                <a:ext cx="23830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𝑗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29834D8-28E2-6349-D3A9-01E28309A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7806" y="3571583"/>
                <a:ext cx="238309" cy="338554"/>
              </a:xfrm>
              <a:prstGeom prst="rect">
                <a:avLst/>
              </a:prstGeom>
              <a:blipFill>
                <a:blip r:embed="rId5"/>
                <a:stretch>
                  <a:fillRect r="-5000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A6E4DD0-8845-6543-4011-AF9F0918934E}"/>
              </a:ext>
            </a:extLst>
          </p:cNvPr>
          <p:cNvCxnSpPr>
            <a:cxnSpLocks/>
          </p:cNvCxnSpPr>
          <p:nvPr/>
        </p:nvCxnSpPr>
        <p:spPr>
          <a:xfrm>
            <a:off x="5685048" y="3460645"/>
            <a:ext cx="0" cy="1692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8F8F014-CC83-022F-942D-D7E456500785}"/>
                  </a:ext>
                </a:extLst>
              </p:cNvPr>
              <p:cNvSpPr txBox="1"/>
              <p:nvPr/>
            </p:nvSpPr>
            <p:spPr>
              <a:xfrm>
                <a:off x="5534413" y="3571583"/>
                <a:ext cx="23830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8F8F014-CC83-022F-942D-D7E456500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413" y="3571583"/>
                <a:ext cx="238309" cy="338554"/>
              </a:xfrm>
              <a:prstGeom prst="rect">
                <a:avLst/>
              </a:prstGeom>
              <a:blipFill>
                <a:blip r:embed="rId6"/>
                <a:stretch>
                  <a:fillRect r="-55000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03FF4D-87DA-7679-C864-89743621E296}"/>
              </a:ext>
            </a:extLst>
          </p:cNvPr>
          <p:cNvCxnSpPr>
            <a:cxnSpLocks/>
          </p:cNvCxnSpPr>
          <p:nvPr/>
        </p:nvCxnSpPr>
        <p:spPr>
          <a:xfrm>
            <a:off x="5412037" y="3460645"/>
            <a:ext cx="0" cy="1692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14A4531-1D33-D0DA-079D-3A9FCEABBD39}"/>
                  </a:ext>
                </a:extLst>
              </p:cNvPr>
              <p:cNvSpPr txBox="1"/>
              <p:nvPr/>
            </p:nvSpPr>
            <p:spPr>
              <a:xfrm>
                <a:off x="5251877" y="3571583"/>
                <a:ext cx="23830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14A4531-1D33-D0DA-079D-3A9FCEABB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877" y="3571583"/>
                <a:ext cx="238309" cy="338554"/>
              </a:xfrm>
              <a:prstGeom prst="rect">
                <a:avLst/>
              </a:prstGeom>
              <a:blipFill>
                <a:blip r:embed="rId7"/>
                <a:stretch>
                  <a:fillRect r="-55000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7AD82B7-D370-E1F2-4502-BF6D3015046B}"/>
              </a:ext>
            </a:extLst>
          </p:cNvPr>
          <p:cNvCxnSpPr>
            <a:cxnSpLocks/>
          </p:cNvCxnSpPr>
          <p:nvPr/>
        </p:nvCxnSpPr>
        <p:spPr>
          <a:xfrm>
            <a:off x="5820337" y="2238657"/>
            <a:ext cx="0" cy="1692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321CFE6-D5F9-D236-C032-A742EC64BCC7}"/>
                  </a:ext>
                </a:extLst>
              </p:cNvPr>
              <p:cNvSpPr txBox="1"/>
              <p:nvPr/>
            </p:nvSpPr>
            <p:spPr>
              <a:xfrm>
                <a:off x="5719993" y="1964860"/>
                <a:ext cx="23830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321CFE6-D5F9-D236-C032-A742EC64B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993" y="1964860"/>
                <a:ext cx="238309" cy="338554"/>
              </a:xfrm>
              <a:prstGeom prst="rect">
                <a:avLst/>
              </a:prstGeom>
              <a:blipFill>
                <a:blip r:embed="rId8"/>
                <a:stretch>
                  <a:fillRect r="-6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4C0B935-CBE9-7591-A09C-18C8E06EC068}"/>
              </a:ext>
            </a:extLst>
          </p:cNvPr>
          <p:cNvCxnSpPr>
            <a:cxnSpLocks/>
          </p:cNvCxnSpPr>
          <p:nvPr/>
        </p:nvCxnSpPr>
        <p:spPr>
          <a:xfrm>
            <a:off x="5558225" y="2238657"/>
            <a:ext cx="0" cy="1692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FFA339C-BB91-4675-2C78-ECF4568FBE9C}"/>
                  </a:ext>
                </a:extLst>
              </p:cNvPr>
              <p:cNvSpPr txBox="1"/>
              <p:nvPr/>
            </p:nvSpPr>
            <p:spPr>
              <a:xfrm>
                <a:off x="5424103" y="1959054"/>
                <a:ext cx="23830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FFA339C-BB91-4675-2C78-ECF4568FB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103" y="1959054"/>
                <a:ext cx="238309" cy="338554"/>
              </a:xfrm>
              <a:prstGeom prst="rect">
                <a:avLst/>
              </a:prstGeom>
              <a:blipFill>
                <a:blip r:embed="rId9"/>
                <a:stretch>
                  <a:fillRect r="-5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FD59D5D-8285-308D-488C-DD8777321C2E}"/>
              </a:ext>
            </a:extLst>
          </p:cNvPr>
          <p:cNvCxnSpPr>
            <a:cxnSpLocks/>
          </p:cNvCxnSpPr>
          <p:nvPr/>
        </p:nvCxnSpPr>
        <p:spPr>
          <a:xfrm flipV="1">
            <a:off x="5676176" y="2333569"/>
            <a:ext cx="143018" cy="1211714"/>
          </a:xfrm>
          <a:prstGeom prst="straightConnector1">
            <a:avLst/>
          </a:prstGeom>
          <a:ln cmpd="sng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1978122-631D-3F2B-CA2A-030EEF24C950}"/>
              </a:ext>
            </a:extLst>
          </p:cNvPr>
          <p:cNvCxnSpPr>
            <a:cxnSpLocks/>
          </p:cNvCxnSpPr>
          <p:nvPr/>
        </p:nvCxnSpPr>
        <p:spPr>
          <a:xfrm flipH="1" flipV="1">
            <a:off x="5551243" y="2308467"/>
            <a:ext cx="128753" cy="1234860"/>
          </a:xfrm>
          <a:prstGeom prst="straightConnector1">
            <a:avLst/>
          </a:prstGeom>
          <a:ln cmpd="sng">
            <a:solidFill>
              <a:schemeClr val="tx1"/>
            </a:solidFill>
            <a:prstDash val="lgDashDot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24D01B8-24C4-29A7-A306-234E01236968}"/>
                  </a:ext>
                </a:extLst>
              </p:cNvPr>
              <p:cNvSpPr txBox="1"/>
              <p:nvPr/>
            </p:nvSpPr>
            <p:spPr>
              <a:xfrm>
                <a:off x="6132417" y="4013071"/>
                <a:ext cx="448367" cy="388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24D01B8-24C4-29A7-A306-234E01236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417" y="4013071"/>
                <a:ext cx="448367" cy="388889"/>
              </a:xfrm>
              <a:prstGeom prst="rect">
                <a:avLst/>
              </a:prstGeom>
              <a:blipFill>
                <a:blip r:embed="rId10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ight Brace 52">
            <a:extLst>
              <a:ext uri="{FF2B5EF4-FFF2-40B4-BE49-F238E27FC236}">
                <a16:creationId xmlns:a16="http://schemas.microsoft.com/office/drawing/2014/main" id="{C9AC3E56-AA2B-AD11-6F4C-6E14A1F55DAA}"/>
              </a:ext>
            </a:extLst>
          </p:cNvPr>
          <p:cNvSpPr/>
          <p:nvPr/>
        </p:nvSpPr>
        <p:spPr>
          <a:xfrm rot="5400000">
            <a:off x="6049308" y="3637257"/>
            <a:ext cx="166218" cy="1524673"/>
          </a:xfrm>
          <a:prstGeom prst="rightBrac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4AC6FE8-17A3-2E3A-FEC0-9641E8E9219A}"/>
                  </a:ext>
                </a:extLst>
              </p:cNvPr>
              <p:cNvSpPr txBox="1"/>
              <p:nvPr/>
            </p:nvSpPr>
            <p:spPr>
              <a:xfrm>
                <a:off x="5993143" y="4443325"/>
                <a:ext cx="448367" cy="3888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4AC6FE8-17A3-2E3A-FEC0-9641E8E92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3143" y="4443325"/>
                <a:ext cx="448367" cy="388889"/>
              </a:xfrm>
              <a:prstGeom prst="rect">
                <a:avLst/>
              </a:prstGeom>
              <a:blipFill>
                <a:blip r:embed="rId11"/>
                <a:stretch>
                  <a:fillRect r="-8108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ight Brace 60">
            <a:extLst>
              <a:ext uri="{FF2B5EF4-FFF2-40B4-BE49-F238E27FC236}">
                <a16:creationId xmlns:a16="http://schemas.microsoft.com/office/drawing/2014/main" id="{16775B3E-4347-ED30-5240-D121D465DB8B}"/>
              </a:ext>
            </a:extLst>
          </p:cNvPr>
          <p:cNvSpPr/>
          <p:nvPr/>
        </p:nvSpPr>
        <p:spPr>
          <a:xfrm rot="16200000">
            <a:off x="6527115" y="1219619"/>
            <a:ext cx="113723" cy="1291041"/>
          </a:xfrm>
          <a:prstGeom prst="rightBrac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B03FCD-C2D1-608E-6A70-DA9C20DF8A10}"/>
                  </a:ext>
                </a:extLst>
              </p:cNvPr>
              <p:cNvSpPr txBox="1"/>
              <p:nvPr/>
            </p:nvSpPr>
            <p:spPr>
              <a:xfrm>
                <a:off x="6391147" y="1455130"/>
                <a:ext cx="4483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B03FCD-C2D1-608E-6A70-DA9C20DF8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147" y="1455130"/>
                <a:ext cx="44836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ight Brace 68">
            <a:extLst>
              <a:ext uri="{FF2B5EF4-FFF2-40B4-BE49-F238E27FC236}">
                <a16:creationId xmlns:a16="http://schemas.microsoft.com/office/drawing/2014/main" id="{64E1B521-DF80-E738-ACE0-31188C1B8E09}"/>
              </a:ext>
            </a:extLst>
          </p:cNvPr>
          <p:cNvSpPr/>
          <p:nvPr/>
        </p:nvSpPr>
        <p:spPr>
          <a:xfrm rot="16200000">
            <a:off x="6351070" y="533523"/>
            <a:ext cx="168158" cy="1817860"/>
          </a:xfrm>
          <a:prstGeom prst="rightBrac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071327A-257E-9986-66E7-32909CEAAECD}"/>
                  </a:ext>
                </a:extLst>
              </p:cNvPr>
              <p:cNvSpPr txBox="1"/>
              <p:nvPr/>
            </p:nvSpPr>
            <p:spPr>
              <a:xfrm>
                <a:off x="6255826" y="993958"/>
                <a:ext cx="4483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071327A-257E-9986-66E7-32909CEAA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826" y="993958"/>
                <a:ext cx="448367" cy="369332"/>
              </a:xfrm>
              <a:prstGeom prst="rect">
                <a:avLst/>
              </a:prstGeom>
              <a:blipFill>
                <a:blip r:embed="rId13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7612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18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Coleman YU</dc:creator>
  <cp:lastModifiedBy>Coleman YU</cp:lastModifiedBy>
  <cp:revision>16</cp:revision>
  <dcterms:created xsi:type="dcterms:W3CDTF">2024-05-16T07:07:05Z</dcterms:created>
  <dcterms:modified xsi:type="dcterms:W3CDTF">2025-12-10T06:31:38Z</dcterms:modified>
</cp:coreProperties>
</file>